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2"/>
  </p:handoutMasterIdLst>
  <p:sldIdLst>
    <p:sldId id="1031" r:id="rId4"/>
    <p:sldId id="831" r:id="rId6"/>
    <p:sldId id="832" r:id="rId7"/>
    <p:sldId id="833" r:id="rId8"/>
    <p:sldId id="834" r:id="rId9"/>
    <p:sldId id="835" r:id="rId10"/>
    <p:sldId id="1300" r:id="rId11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153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52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顺序栈的实现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136525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顺序栈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32648" y="1099855"/>
            <a:ext cx="8066899" cy="5112568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它是顺序表的一种，具有顺序表同样的存储结构，由数组定义，配合用数组下标表示的栈顶指针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（相对指针）完成各种操作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int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;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定义栈中数据元素的数据类型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struct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*data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; 	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用指针指向栈的存储空间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int  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maxlen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	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当前栈的最大元素个数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top ; 	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指示栈顶位置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数组下标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的变量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		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顺序栈类型定义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44805" y="291783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87688" y="1408718"/>
            <a:ext cx="7086577" cy="5040560"/>
          </a:xfrm>
        </p:spPr>
        <p:txBody>
          <a:bodyPr/>
          <a:lstStyle/>
          <a:p>
            <a:pPr eaLnBrk="1" hangingPunct="1">
              <a:buNone/>
            </a:pPr>
            <a:r>
              <a:rPr sz="2000" b="1" dirty="0">
                <a:solidFill>
                  <a:schemeClr val="bg1"/>
                </a:solidFill>
                <a:sym typeface="+mn-ea"/>
              </a:rPr>
              <a:t>创建栈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sqstack *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tack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_c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reate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(</a:t>
            </a:r>
            <a:r>
              <a:rPr sz="2000" dirty="0">
                <a:solidFill>
                  <a:schemeClr val="bg1"/>
                </a:solidFill>
                <a:sym typeface="+mn-ea"/>
              </a:rPr>
              <a:t>int len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sqstack *ss;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ss = (seqstack *)malloc(sizeof(sqstack));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ss-&gt;data = (data_t *)malloc(sizeof(data_t) * len);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ss-&gt;top = -1;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ss-&gt;maxlen = len;	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return ss;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sz="2000" dirty="0">
                <a:solidFill>
                  <a:schemeClr val="bg1"/>
                </a:solidFill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101379" name="Object 4"/>
          <p:cNvGraphicFramePr/>
          <p:nvPr/>
        </p:nvGraphicFramePr>
        <p:xfrm>
          <a:off x="4780921" y="144845"/>
          <a:ext cx="4926330" cy="284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BMP 图像" r:id="rId1" imgW="4514850" imgH="2476500" progId="Paint.Picture">
                  <p:embed/>
                </p:oleObj>
              </mc:Choice>
              <mc:Fallback>
                <p:oleObj name="BMP 图像" r:id="rId1" imgW="4514850" imgH="2476500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80921" y="144845"/>
                        <a:ext cx="4926330" cy="284035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  <a:alpha val="24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1875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4842" y="1082581"/>
            <a:ext cx="10725785" cy="448437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清空栈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_c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lear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*s)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s-&gt; top = -1 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判断栈是否空 ：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tack_e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mpty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*s)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return   (s-&gt;top ==  -1  ?  1 : 0);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67581" y="30376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3265" y="1186815"/>
            <a:ext cx="10725785" cy="448437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进栈 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tack_p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*s ,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x)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	if 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s-&gt;top = = N - 1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 “overflow !\n”) ;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return  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else  {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s-&gt;top ++  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s-&gt;data[s-&gt;top] = x 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return  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224" y="806450"/>
            <a:ext cx="10725785" cy="448437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出栈 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datatype 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tack_p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sqstack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*s)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s-&gt;top--;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return  (s-&gt;data[s-&gt;top+1]);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	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取栈顶元素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datatype 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et_top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sqstack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*s)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return (s-&gt;data[s-&gt;top]);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942</Words>
  <Application>WPS 演示</Application>
  <PresentationFormat>宽屏</PresentationFormat>
  <Paragraphs>87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Segoe Print</vt:lpstr>
      <vt:lpstr>1_华清远见PPT模板（宽屏）-华清远见教育集团</vt:lpstr>
      <vt:lpstr>Office 主题</vt:lpstr>
      <vt:lpstr>Paint.Picture</vt:lpstr>
      <vt:lpstr>PowerPoint 演示文稿</vt:lpstr>
      <vt:lpstr>顺序栈</vt:lpstr>
      <vt:lpstr>栈</vt:lpstr>
      <vt:lpstr>栈</vt:lpstr>
      <vt:lpstr>栈</vt:lpstr>
      <vt:lpstr>栈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小美</cp:lastModifiedBy>
  <cp:revision>1108</cp:revision>
  <cp:lastPrinted>2011-09-16T06:19:00Z</cp:lastPrinted>
  <dcterms:created xsi:type="dcterms:W3CDTF">2016-04-14T04:36:00Z</dcterms:created>
  <dcterms:modified xsi:type="dcterms:W3CDTF">2019-09-19T01:46:22Z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