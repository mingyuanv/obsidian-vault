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  <p:sldMasterId id="2147483688" r:id="rId4"/>
  </p:sldMasterIdLst>
  <p:notesMasterIdLst>
    <p:notesMasterId r:id="rId6"/>
  </p:notesMasterIdLst>
  <p:handoutMasterIdLst>
    <p:handoutMasterId r:id="rId11"/>
  </p:handoutMasterIdLst>
  <p:sldIdLst>
    <p:sldId id="1031" r:id="rId5"/>
    <p:sldId id="836" r:id="rId7"/>
    <p:sldId id="837" r:id="rId8"/>
    <p:sldId id="838" r:id="rId9"/>
    <p:sldId id="1311" r:id="rId10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53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52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52400"/>
            <a:ext cx="2743200" cy="59769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026400" cy="59769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3" Type="http://schemas.openxmlformats.org/officeDocument/2006/relationships/theme" Target="../theme/theme3.xml"/><Relationship Id="rId12" Type="http://schemas.openxmlformats.org/officeDocument/2006/relationships/image" Target="../media/image12.png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标题占位符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日期占位符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34400" y="6356350"/>
            <a:ext cx="305223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8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65033" y="6356350"/>
            <a:ext cx="467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9" name="直接连接符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直接连接符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等腰三角形 9"/>
          <p:cNvSpPr>
            <a:spLocks noChangeAspect="1" noChangeArrowheads="1"/>
          </p:cNvSpPr>
          <p:nvPr/>
        </p:nvSpPr>
        <p:spPr bwMode="auto">
          <a:xfrm rot="5400000">
            <a:off x="558800" y="6467475"/>
            <a:ext cx="2540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6632" name="Picture 9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144000" y="304800"/>
            <a:ext cx="2298700" cy="61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灯片编号占位符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7033" y="6356350"/>
            <a:ext cx="2641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Wingdings 3" panose="05040102010807070707" pitchFamily="18" charset="2"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34" name="文本占位符 12"/>
          <p:cNvSpPr>
            <a:spLocks noGrp="1"/>
          </p:cNvSpPr>
          <p:nvPr>
            <p:ph type="body"/>
          </p:nvPr>
        </p:nvSpPr>
        <p:spPr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400">
          <a:solidFill>
            <a:schemeClr val="tx2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000">
          <a:solidFill>
            <a:schemeClr val="tx1"/>
          </a:solidFill>
          <a:latin typeface="+mn-lt"/>
          <a:ea typeface="+mn-ea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链式栈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29178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链式栈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8735" y="1005205"/>
            <a:ext cx="10725785" cy="396875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插入操作和删除操作均在链表头部进行，链表尾部就是栈底，栈顶指针就是头指针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 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7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	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定义栈中数据元素数据类型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7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struct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7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data ;		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数据域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7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struct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*next ;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链接指针域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7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; 		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链栈类型定义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90" y="4514215"/>
            <a:ext cx="8696325" cy="1066800"/>
          </a:xfrm>
          <a:prstGeom prst="rect">
            <a:avLst/>
          </a:prstGeom>
          <a:solidFill>
            <a:schemeClr val="tx2">
              <a:lumMod val="40000"/>
              <a:lumOff val="60000"/>
              <a:alpha val="2400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2790" y="1186815"/>
            <a:ext cx="10725785" cy="448437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创建空栈</a:t>
            </a:r>
            <a:r>
              <a:rPr sz="2000" dirty="0">
                <a:solidFill>
                  <a:schemeClr val="bg1"/>
                </a:solidFill>
                <a:sym typeface="+mn-ea"/>
              </a:rPr>
              <a:t> 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CreateLinkstack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 {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*top;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top  = 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*)malloc(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top-&gt;next = NULL;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return  top;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判断是否空栈 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EmptyStack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*top)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return  (top-&gt;next  == NULL  ?   1  :  0);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8549" y="1186815"/>
            <a:ext cx="10725785" cy="448437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入栈 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PushStack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*top,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x)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*p ;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=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*)malloc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linkstack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) 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p-&gt;data = x ; 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p-&gt;next = top-&gt;next;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top-&gt;next  =  p;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return;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质朴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691</Words>
  <Application>WPS 演示</Application>
  <PresentationFormat>宽屏</PresentationFormat>
  <Paragraphs>55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Times New Roman</vt:lpstr>
      <vt:lpstr>AR PL UMing CN</vt:lpstr>
      <vt:lpstr>Calibri</vt:lpstr>
      <vt:lpstr>Arial Unicode MS</vt:lpstr>
      <vt:lpstr>Segoe Print</vt:lpstr>
      <vt:lpstr>1_华清远见PPT模板（宽屏）-华清远见教育集团</vt:lpstr>
      <vt:lpstr>Office 主题</vt:lpstr>
      <vt:lpstr>质朴</vt:lpstr>
      <vt:lpstr>PowerPoint 演示文稿</vt:lpstr>
      <vt:lpstr>链式栈</vt:lpstr>
      <vt:lpstr>栈</vt:lpstr>
      <vt:lpstr>栈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1106</cp:revision>
  <cp:lastPrinted>2011-09-16T06:19:00Z</cp:lastPrinted>
  <dcterms:created xsi:type="dcterms:W3CDTF">2016-04-14T04:36:00Z</dcterms:created>
  <dcterms:modified xsi:type="dcterms:W3CDTF">2019-09-18T12:19:53Z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